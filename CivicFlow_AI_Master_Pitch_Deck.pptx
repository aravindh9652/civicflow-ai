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53963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62113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9338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87222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6474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2950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82156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77531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66518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87222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273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733464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58148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64756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76650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9778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383251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381049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71355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1277295" cy="48016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