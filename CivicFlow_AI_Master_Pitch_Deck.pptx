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5396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62113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49338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8722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46474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4295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82156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7753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66518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87222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42730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73346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58148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64756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76650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49778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38325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38104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47135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48016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